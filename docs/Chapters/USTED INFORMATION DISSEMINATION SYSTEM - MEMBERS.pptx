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5350091-BDB5-429F-9F71-18728511758D}" type="datetimeFigureOut">
              <a:rPr lang="en-GH" smtClean="0"/>
              <a:t>16/07/2026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B99DD06-28E0-4D57-8AC2-D16ED4A422F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200312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0091-BDB5-429F-9F71-18728511758D}" type="datetimeFigureOut">
              <a:rPr lang="en-GH" smtClean="0"/>
              <a:t>16/07/2026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AB99DD06-28E0-4D57-8AC2-D16ED4A422F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4029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5350091-BDB5-429F-9F71-18728511758D}" type="datetimeFigureOut">
              <a:rPr lang="en-GH" smtClean="0"/>
              <a:t>16/07/2026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B99DD06-28E0-4D57-8AC2-D16ED4A422F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905414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0091-BDB5-429F-9F71-18728511758D}" type="datetimeFigureOut">
              <a:rPr lang="en-GH" smtClean="0"/>
              <a:t>16/07/2026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9DD06-28E0-4D57-8AC2-D16ED4A422F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102644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0091-BDB5-429F-9F71-18728511758D}" type="datetimeFigureOut">
              <a:rPr lang="en-GH" smtClean="0"/>
              <a:t>16/07/2026</a:t>
            </a:fld>
            <a:endParaRPr lang="en-G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9DD06-28E0-4D57-8AC2-D16ED4A422F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069505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0091-BDB5-429F-9F71-18728511758D}" type="datetimeFigureOut">
              <a:rPr lang="en-GH" smtClean="0"/>
              <a:t>16/07/2026</a:t>
            </a:fld>
            <a:endParaRPr lang="en-G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9DD06-28E0-4D57-8AC2-D16ED4A422F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41228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0091-BDB5-429F-9F71-18728511758D}" type="datetimeFigureOut">
              <a:rPr lang="en-GH" smtClean="0"/>
              <a:t>16/07/2026</a:t>
            </a:fld>
            <a:endParaRPr lang="en-G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9DD06-28E0-4D57-8AC2-D16ED4A422F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93196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5350091-BDB5-429F-9F71-18728511758D}" type="datetimeFigureOut">
              <a:rPr lang="en-GH" smtClean="0"/>
              <a:t>16/07/2026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B99DD06-28E0-4D57-8AC2-D16ED4A422F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994259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0091-BDB5-429F-9F71-18728511758D}" type="datetimeFigureOut">
              <a:rPr lang="en-GH" smtClean="0"/>
              <a:t>16/07/2026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9DD06-28E0-4D57-8AC2-D16ED4A422F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970005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0091-BDB5-429F-9F71-18728511758D}" type="datetimeFigureOut">
              <a:rPr lang="en-GH" smtClean="0"/>
              <a:t>16/07/2026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9DD06-28E0-4D57-8AC2-D16ED4A422F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59347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5350091-BDB5-429F-9F71-18728511758D}" type="datetimeFigureOut">
              <a:rPr lang="en-GH" smtClean="0"/>
              <a:t>16/07/2026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B99DD06-28E0-4D57-8AC2-D16ED4A422F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942746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5350091-BDB5-429F-9F71-18728511758D}" type="datetimeFigureOut">
              <a:rPr lang="en-GH" smtClean="0"/>
              <a:t>16/07/2026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B99DD06-28E0-4D57-8AC2-D16ED4A422F0}" type="slidenum">
              <a:rPr lang="en-GH" smtClean="0"/>
              <a:t>‹#›</a:t>
            </a:fld>
            <a:endParaRPr lang="en-GH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21591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9E509-817F-6B31-412D-163E9D495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98282"/>
          </a:xfrm>
        </p:spPr>
        <p:txBody>
          <a:bodyPr>
            <a:noAutofit/>
          </a:bodyPr>
          <a:lstStyle/>
          <a:p>
            <a:r>
              <a:rPr lang="en-US" sz="3200" dirty="0"/>
              <a:t>USTED INFORMATION DISSEMINATION SYSTEM</a:t>
            </a:r>
            <a:endParaRPr lang="en-GH" sz="3200" dirty="0"/>
          </a:p>
        </p:txBody>
      </p:sp>
    </p:spTree>
    <p:extLst>
      <p:ext uri="{BB962C8B-B14F-4D97-AF65-F5344CB8AC3E}">
        <p14:creationId xmlns:p14="http://schemas.microsoft.com/office/powerpoint/2010/main" val="227210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44330-51CA-555A-D169-F0DA0E79E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28FAA-AFC8-F47F-96B3-3C2A3F419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H" dirty="0"/>
              <a:t>BADU ADWOA NTIRIWAA - 5221040008 </a:t>
            </a:r>
            <a:endParaRPr lang="en-US" dirty="0"/>
          </a:p>
          <a:p>
            <a:r>
              <a:rPr lang="en-GH" dirty="0"/>
              <a:t>APPIAH JUSTICE BARFO - 5221040041 </a:t>
            </a:r>
            <a:endParaRPr lang="en-US" dirty="0"/>
          </a:p>
          <a:p>
            <a:r>
              <a:rPr lang="en-GH" dirty="0"/>
              <a:t>ASARE EDMUND BEDIAKO - 5221040</a:t>
            </a:r>
            <a:r>
              <a:rPr lang="en-US" dirty="0"/>
              <a:t>017</a:t>
            </a:r>
          </a:p>
          <a:p>
            <a:r>
              <a:rPr lang="en-GH" dirty="0"/>
              <a:t>THEOPHILUS KING ASARE - 5221040297 </a:t>
            </a:r>
            <a:endParaRPr lang="en-US" dirty="0"/>
          </a:p>
          <a:p>
            <a:r>
              <a:rPr lang="en-GH" dirty="0"/>
              <a:t>KYEI GYAMFI SOLOMON - 5221040042 </a:t>
            </a:r>
          </a:p>
        </p:txBody>
      </p:sp>
    </p:spTree>
    <p:extLst>
      <p:ext uri="{BB962C8B-B14F-4D97-AF65-F5344CB8AC3E}">
        <p14:creationId xmlns:p14="http://schemas.microsoft.com/office/powerpoint/2010/main" val="208663499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</TotalTime>
  <Words>31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Gill Sans MT</vt:lpstr>
      <vt:lpstr>Wingdings 2</vt:lpstr>
      <vt:lpstr>Dividend</vt:lpstr>
      <vt:lpstr>USTED INFORMATION DISSEMINATION SYSTEM</vt:lpstr>
      <vt:lpstr>Members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Kirito Kirigaya</dc:creator>
  <cp:lastModifiedBy>Kirito Kirigaya</cp:lastModifiedBy>
  <cp:revision>3</cp:revision>
  <dcterms:created xsi:type="dcterms:W3CDTF">2026-07-16T15:25:11Z</dcterms:created>
  <dcterms:modified xsi:type="dcterms:W3CDTF">2026-07-16T15:29:23Z</dcterms:modified>
</cp:coreProperties>
</file>